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0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49C55-66F4-6A27-5AB3-FF8F883CE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FF5BAD-5649-53C0-7B7A-BC373606C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1D868-AB12-61E3-9BE6-E93F9302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7967-A670-46DD-AA48-EFF607C41ED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89717-5FBE-6054-50D2-DA0E4F834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2E8C6-3DE9-C19F-D8B3-E9EDC88C7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E6364-CB73-4484-8E06-0390327DC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34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9261-6E9A-4D06-B61E-3EC1E1C72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5F1E7-90A0-2228-3241-6F494B57B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7EF4F-1201-915B-7259-206DDEED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7967-A670-46DD-AA48-EFF607C41ED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D3046-236A-74C8-32BB-DA0FE8A60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FB6E8-E210-D4D0-302D-94747C31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E6364-CB73-4484-8E06-0390327DC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25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3A78-0B9E-8EC9-8D65-F26B762CD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3B576-4DE6-ED5C-66AB-856B462E4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048E0-E4F7-8EA1-197A-5A1D8F0CE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7967-A670-46DD-AA48-EFF607C41ED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AE2C6-3502-EFAF-DBE8-F88BE2514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E79C2-4E21-FC15-2030-E83EFEABE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E6364-CB73-4484-8E06-0390327DC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49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FE14-E750-0610-9CEE-DC635D08C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46AFA-2BAF-F7E6-0A7E-37948E110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1CA72-EB92-6BBB-B28D-511995A66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5AEB1-B97E-4BB4-DE85-A240A3F1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7967-A670-46DD-AA48-EFF607C41ED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A3009-0F4E-9472-B33E-E4A0E64F1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B9F6A-A898-2154-AD3E-7F0D4FFD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E6364-CB73-4484-8E06-0390327DC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96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3C81-7871-8568-C375-7FC911E06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6FA91-74E9-59C6-A2F0-35E8179AC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7A0C5-F6B9-57B8-9E6A-864C3FB64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A2E017-51ED-F925-863D-C40635A46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87E545-B76A-A00A-8D78-9EC806DA9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1C35D3-BAC0-5D69-E9D3-4EFAD5BB1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7967-A670-46DD-AA48-EFF607C41ED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341CD3-44C3-181A-5135-C8D40C28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13BFBC-1E25-F309-22F7-613A8324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E6364-CB73-4484-8E06-0390327DC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10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4343-D2D7-67F2-B4CC-05E5791C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074047-6E0B-9800-1EF3-5941047B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7967-A670-46DD-AA48-EFF607C41ED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21A606-58CB-70AF-483B-FEE96FF7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9B72D-F337-1AD5-29DE-18D62B90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E6364-CB73-4484-8E06-0390327DC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6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C894DE-F049-43BA-C2A5-3F58C6069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7967-A670-46DD-AA48-EFF607C41ED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1F46E7-E84C-187F-A02B-9AE23EA71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F72E1-6CE9-3F26-5EDC-6140DE05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E6364-CB73-4484-8E06-0390327DC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4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31EB2-F0E8-844A-B25A-9DEF6A777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D554-D1F1-7A9F-6D6D-64E302CA6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47225-94AD-8228-10CA-ABFE2693C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35B9A-789A-3769-03EE-C3595B5B9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7967-A670-46DD-AA48-EFF607C41ED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FF3A2-98C8-1D28-6B7D-DCB5BF16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8139B-DA73-3FE0-9B3B-88AA0159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E6364-CB73-4484-8E06-0390327DC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7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DCAC9-3D64-7C6E-C1A4-1A08341F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2E2AF8-952D-356D-37F0-E1A0DD52E1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49074-A349-09AD-16FC-B01C57CB3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F1E2C-22B1-2AC0-5701-B62B165D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7967-A670-46DD-AA48-EFF607C41ED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899E2-0EFE-DD2C-2BAF-6C5EC193A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858AE-71BC-2B67-31E7-6BFF56176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E6364-CB73-4484-8E06-0390327DC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8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C280-C13A-0DC1-24A3-AD331894A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76737-87C5-9AE7-5C56-568395E37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5BF22-BBBA-D002-D56B-EBE3E2A6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7967-A670-46DD-AA48-EFF607C41ED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B4E8E-60B4-DBA6-0FEC-65B63CFB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FDCBB-B3BC-D545-1391-8B8DB7CB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E6364-CB73-4484-8E06-0390327DC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0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9238A2-878D-62C2-9DC7-5DC8A92B7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1A121-8C61-D0C7-764B-A45799EC5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33952-3E59-CFEE-0617-FE6987B3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7967-A670-46DD-AA48-EFF607C41ED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2DBA9-0A33-A3D2-839C-53A775814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7D091-2A97-BEB3-A52C-3249EC70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E6364-CB73-4484-8E06-0390327DC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3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D29D82-EA76-978C-4FB1-9ACDC79FD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3181-FFEA-3938-791C-4B728893B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3CCCE-788D-1131-6150-C52718FD7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F7967-A670-46DD-AA48-EFF607C41EDC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7A7D-B806-033B-B565-B222F32A8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1F822-5B97-58AE-0FD0-21A4769A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E6364-CB73-4484-8E06-0390327DC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8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08C40-BFA9-BE8B-10CC-862E99F92B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 with Network 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20A62-4803-C2CF-8582-2287CF8C8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Ram Arthanari</a:t>
            </a:r>
          </a:p>
        </p:txBody>
      </p:sp>
    </p:spTree>
    <p:extLst>
      <p:ext uri="{BB962C8B-B14F-4D97-AF65-F5344CB8AC3E}">
        <p14:creationId xmlns:p14="http://schemas.microsoft.com/office/powerpoint/2010/main" val="360245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55B5-715A-DEF5-01A3-B5583056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1DCAA-C122-0CBC-7531-C2013F927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dirty="0">
                <a:solidFill>
                  <a:srgbClr val="242424"/>
                </a:solidFill>
                <a:effectLst/>
                <a:latin typeface="inherit"/>
              </a:rPr>
              <a:t>Question 1: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Given the following tasks and dependencies, draw a network diagram and calculate the critical path.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A: 2 days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B: 4 days (depends on Task A)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C: 3 days (depends on Task A)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D: 5 days (depends on Task B)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E: 1 day (depends on Task C)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F: 3 days (depends on Task D and Task 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957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47DE-9C8F-635A-6072-E29E890B8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0E9D0-C9BB-CCB4-4699-A0B890CD0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36FA6-3FE7-6258-53AB-9EDCC8338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To determine the critical path, start by drawing out the tasks and their dependencies. You'll find the critical path by identifying the longest path through the network.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A -&gt; Task B -&gt; Task D -&gt; Task F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Critical Path: A (2 days) -&gt; B (4 days) -&gt; D (5 days) -&gt; F (3 days) = 14 days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53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4CB59-FE3D-3788-36DD-A70991036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5CD6-68FF-DD07-E40D-90E5E909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FAACC-1328-E637-477F-8B30B2E58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1825625"/>
            <a:ext cx="12056533" cy="4351338"/>
          </a:xfrm>
        </p:spPr>
        <p:txBody>
          <a:bodyPr>
            <a:normAutofit fontScale="92500" lnSpcReduction="20000"/>
          </a:bodyPr>
          <a:lstStyle/>
          <a:p>
            <a:pPr algn="just" fontAlgn="base"/>
            <a:r>
              <a:rPr lang="en-US" b="1" i="0" dirty="0">
                <a:solidFill>
                  <a:srgbClr val="242424"/>
                </a:solidFill>
                <a:effectLst/>
                <a:latin typeface="inherit"/>
              </a:rPr>
              <a:t>Question 2: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Provide a network diagram for a project with the following</a:t>
            </a:r>
          </a:p>
          <a:p>
            <a:pPr marL="0" indent="0" algn="just" fontAlgn="base">
              <a:buNone/>
            </a:pPr>
            <a:r>
              <a:rPr lang="en-US" dirty="0">
                <a:solidFill>
                  <a:srgbClr val="242424"/>
                </a:solidFill>
                <a:latin typeface="Segoe UI" panose="020B0502040204020203" pitchFamily="34" charset="0"/>
              </a:rPr>
              <a:t> 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tasks and their dependencies. Identify any possible parallel tasks.</a:t>
            </a:r>
          </a:p>
          <a:p>
            <a:pPr marL="0" indent="0" algn="just" fontAlgn="base">
              <a:buNone/>
            </a:pPr>
            <a:endParaRPr lang="en-US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A: Start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B: 5 days (depends on Task A)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C: 6 days (depends on Task A)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D: 2 days (depends on Task B and Task C)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E: 4 days (depends on Task B)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F: 3 days (depends on Task C)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G: End (depends on Task D, Task E, and Task F)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98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CC4CF-3366-67A4-240E-49C6BEBD6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5516-24C1-7E40-B50E-DBE3457C9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4B01E-3AA3-CC4C-F09D-44096B426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1825625"/>
            <a:ext cx="12056533" cy="4351338"/>
          </a:xfrm>
        </p:spPr>
        <p:txBody>
          <a:bodyPr>
            <a:normAutofit/>
          </a:bodyPr>
          <a:lstStyle/>
          <a:p>
            <a:pPr algn="l" fontAlgn="base"/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Identify any possible parallel tasks based on the dependencies provided.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Tasks B and C can start simultaneously after Task A.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Tasks D, E, and F can run in parallel after B and C.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Diagram:</a:t>
            </a:r>
          </a:p>
          <a:p>
            <a:pPr marL="742950" lvl="1" indent="-285750"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A -&gt; </a:t>
            </a:r>
          </a:p>
          <a:p>
            <a:pPr marL="457200" lvl="1" indent="0" algn="l" fontAlgn="base">
              <a:buNone/>
            </a:pP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	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(Task B and Task C in parallel) -&gt; </a:t>
            </a:r>
          </a:p>
          <a:p>
            <a:pPr marL="457200" lvl="1" indent="0" algn="l" fontAlgn="base">
              <a:buNone/>
            </a:pP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		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(Task D, Task E, Task F in parallel) -&gt; Task G</a:t>
            </a:r>
          </a:p>
          <a:p>
            <a:pPr marL="457200" lvl="1" indent="0" algn="l" fontAlgn="base">
              <a:buNone/>
            </a:pPr>
            <a:endParaRPr lang="en-US" sz="28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742950" lvl="1" indent="-285750"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Parallel tasks: B &amp; C, D &amp; E &amp; F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224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0AB22-CA04-F5C9-4B56-7C05A4279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57CE-6A22-A4CB-271B-2C14F009C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D6F1B-DA88-17EF-EA4A-33F43EB7B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1825625"/>
            <a:ext cx="12056533" cy="4351338"/>
          </a:xfrm>
        </p:spPr>
        <p:txBody>
          <a:bodyPr>
            <a:normAutofit lnSpcReduction="10000"/>
          </a:bodyPr>
          <a:lstStyle/>
          <a:p>
            <a:pPr algn="just" fontAlgn="base"/>
            <a:r>
              <a:rPr lang="en-US" b="1" i="0" dirty="0">
                <a:solidFill>
                  <a:srgbClr val="242424"/>
                </a:solidFill>
                <a:effectLst/>
                <a:latin typeface="inherit"/>
              </a:rPr>
              <a:t>Question 3: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Using the network diagram below, </a:t>
            </a:r>
          </a:p>
          <a:p>
            <a:pPr marL="0" indent="0" algn="just" fontAlgn="base"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Calculate the earliest start (ES), earliest finish (EF), latest start (LS), and latest finish (LF) for each task.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A: 0 days (Start)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B: 5 days (depends on Task A)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C: 2 days (depends on Task B)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D: 3 days (depends on Task B)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E: 1 day (depends on Task C and Task D)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F: 2 days (depends on Task 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616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65551-7864-2298-9BDE-F006B177D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AD05-BD99-3896-1A3F-000E2A306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6B1CC-1F6A-1761-0FF2-DF9897F35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1825625"/>
            <a:ext cx="12056533" cy="4351338"/>
          </a:xfrm>
        </p:spPr>
        <p:txBody>
          <a:bodyPr>
            <a:normAutofit/>
          </a:bodyPr>
          <a:lstStyle/>
          <a:p>
            <a:pPr algn="l" fontAlgn="base"/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Use a forward and backward pass to calculate ES, EF, LS, and LF </a:t>
            </a:r>
          </a:p>
          <a:p>
            <a:pPr marL="0" indent="0" algn="l" fontAlgn="base"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for each task.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A: ES = 0, EF = 0, LS = 0, LF = 0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B: ES = 0, EF = 5, LS = 0, LF = 5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C: ES = 5, EF = 7, LS = 5, LF = 7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D: ES = 5, EF = 8, LS = 5, LF = 8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E: ES = 8, EF = 9, LS = 8, LF = 9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F: ES = 8, EF = 10, LS = 8, LF = 10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157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2EB55-F777-2757-EFD6-755832889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04441-E74A-25A5-DF78-53AA15821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C7F52-9B3A-6989-3F04-6621BAE1E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1825625"/>
            <a:ext cx="12056533" cy="4351338"/>
          </a:xfrm>
        </p:spPr>
        <p:txBody>
          <a:bodyPr>
            <a:normAutofit/>
          </a:bodyPr>
          <a:lstStyle/>
          <a:p>
            <a:pPr algn="l" fontAlgn="base"/>
            <a:r>
              <a:rPr lang="en-US" b="1" i="0" dirty="0">
                <a:solidFill>
                  <a:srgbClr val="242424"/>
                </a:solidFill>
                <a:effectLst/>
                <a:latin typeface="inherit"/>
              </a:rPr>
              <a:t>Question 4: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 Draw a network diagram based on the following tasks and </a:t>
            </a:r>
          </a:p>
          <a:p>
            <a:pPr marL="0" indent="0" algn="l" fontAlgn="base"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their durations. Identify the float for each task.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A: 2 days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B: 3 days (depends on Task A)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C: 4 days (depends on Task A)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D: 6 days (depends on Task B and Task C)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E: 2 days (depends on Task D)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F: 1 day (depends on Task 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231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CD2B3-39E2-D077-71DC-6B3D1E87B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B5A37-8586-B8A3-DF2A-A4145A53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1B5B-6E09-5CFF-D2E0-2DF333398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1825625"/>
            <a:ext cx="12056533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algn="l" fontAlgn="base"/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Calculate the float for each task by identifying the difference between the latest start and earliest start.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A: Float = 0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B: Float = 0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C: Float = 0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D: Float = 0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E: Float = 0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Task F: Float = 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359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730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inherit</vt:lpstr>
      <vt:lpstr>Segoe UI</vt:lpstr>
      <vt:lpstr>Office Theme</vt:lpstr>
      <vt:lpstr>Fun with Network Diagrams</vt:lpstr>
      <vt:lpstr>Question 1</vt:lpstr>
      <vt:lpstr>Answer</vt:lpstr>
      <vt:lpstr>Question 2</vt:lpstr>
      <vt:lpstr>Answer</vt:lpstr>
      <vt:lpstr>Question 3</vt:lpstr>
      <vt:lpstr>Answer</vt:lpstr>
      <vt:lpstr>Question 4</vt:lpstr>
      <vt:lpstr>Answer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Arthanari,Ram</dc:creator>
  <cp:lastModifiedBy>Arthanari,Ram</cp:lastModifiedBy>
  <cp:revision>1</cp:revision>
  <dcterms:created xsi:type="dcterms:W3CDTF">2024-10-17T15:29:33Z</dcterms:created>
  <dcterms:modified xsi:type="dcterms:W3CDTF">2024-10-17T15:40:38Z</dcterms:modified>
</cp:coreProperties>
</file>